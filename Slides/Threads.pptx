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1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4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4"/>
    <p:sldId id="259" r:id="rId5"/>
    <p:sldId id="260" r:id="rId6"/>
    <p:sldId id="261" r:id="rId7"/>
    <p:sldId id="264" r:id="rId8"/>
    <p:sldId id="265" r:id="rId9"/>
    <p:sldId id="268" r:id="rId10"/>
    <p:sldId id="269" r:id="rId11"/>
    <p:sldId id="270" r:id="rId12"/>
    <p:sldId id="271" r:id="rId13"/>
    <p:sldId id="272" r:id="rId14"/>
    <p:sldId id="274" r:id="rId15"/>
  </p:sldIdLst>
  <p:sldSz type="screen4x3" cy="6858000" cx="9144000"/>
  <p:notesSz cx="7010400" cy="9296400"/>
  <p:defaultTextStyle>
    <a:lvl1pPr algn="l" eaLnBrk="0" fontAlgn="base" hangingPunct="0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Verdana" pitchFamily="34" charset="0"/>
        <a:ea typeface="MS PGothic" pitchFamily="34" charset="-128"/>
        <a:sym typeface="Verdana" pitchFamily="34" charset="0"/>
      </a:defRPr>
    </a:lvl1pPr>
    <a:lvl2pPr algn="l" eaLnBrk="0" fontAlgn="base" hangingPunct="0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Verdana" pitchFamily="34" charset="0"/>
        <a:ea typeface="MS PGothic" pitchFamily="34" charset="-128"/>
        <a:sym typeface="Verdana" pitchFamily="34" charset="0"/>
      </a:defRPr>
    </a:lvl2pPr>
    <a:lvl3pPr algn="l" eaLnBrk="0" fontAlgn="base" hangingPunct="0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Verdana" pitchFamily="34" charset="0"/>
        <a:ea typeface="MS PGothic" pitchFamily="34" charset="-128"/>
        <a:sym typeface="Verdana" pitchFamily="34" charset="0"/>
      </a:defRPr>
    </a:lvl3pPr>
    <a:lvl4pPr algn="l" eaLnBrk="0" fontAlgn="base" hangingPunct="0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Verdana" pitchFamily="34" charset="0"/>
        <a:ea typeface="MS PGothic" pitchFamily="34" charset="-128"/>
        <a:sym typeface="Verdana" pitchFamily="34" charset="0"/>
      </a:defRPr>
    </a:lvl4pPr>
    <a:lvl5pPr algn="l" eaLnBrk="0" fontAlgn="base" hangingPunct="0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Verdana" pitchFamily="34" charset="0"/>
        <a:ea typeface="MS PGothic" pitchFamily="34" charset="-128"/>
        <a:sym typeface="Verdana" pitchFamily="34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View">
  <p:normalViewPr showOutlineIcons="1" snapVertSplitter="0" vertBarState="restored" horzBarState="restored" preferSingleView="0">
    <p:restoredLeft sz="14271" autoAdjust="0"/>
    <p:restoredTop sz="94660"/>
  </p:normalViewPr>
  <p:slideViewPr>
    <p:cSldViewPr showGuides="0" snapToGrid="0" snapToObjects="0">
      <p:cViewPr varScale="1">
        <p:scale>
          <a:sx n="73" d="100"/>
          <a:sy n="73" d="100"/>
        </p:scale>
        <p:origin x="-1626" y="-114"/>
      </p:cViewPr>
      <p:guideLst>
        <p:guide orient="horz" pos="2928"/>
        <p:guide orient="vert" pos="2208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4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19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10" name="Rectangle 2"/>
          <p:cNvSpPr/>
          <p:nvPr>
            <p:ph type="hdr" sz="quarter" idx="0"/>
          </p:nvPr>
        </p:nvSpPr>
        <p:spPr>
          <a:xfrm rot="0">
            <a:off x="0" y="0"/>
            <a:ext cx="3073400" cy="442912"/>
          </a:xfrm>
          <a:prstGeom prst="rect"/>
          <a:noFill/>
          <a:ln>
            <a:noFill/>
          </a:ln>
        </p:spPr>
        <p:txBody>
          <a:bodyPr anchor="ctr" bIns="44132" lIns="88261" rIns="88261" tIns="44132" vert="horz" wrap="none"/>
          <a:p>
            <a:pPr lvl="0"/>
            <a:endParaRPr altLang="en-US" sz="1100" lang="en-US">
              <a:latin typeface="Helvetica" pitchFamily="-84" charset="0"/>
              <a:ea typeface="MS PGothic" pitchFamily="34" charset="-128"/>
            </a:endParaRPr>
          </a:p>
        </p:txBody>
      </p:sp>
      <p:sp>
        <p:nvSpPr>
          <p:cNvPr id="1048811" name="Rectangle 3"/>
          <p:cNvSpPr/>
          <p:nvPr>
            <p:ph type="dt" sz="quarter" idx="1"/>
          </p:nvPr>
        </p:nvSpPr>
        <p:spPr>
          <a:xfrm rot="0">
            <a:off x="3951287" y="0"/>
            <a:ext cx="3071812" cy="442912"/>
          </a:xfrm>
          <a:prstGeom prst="rect"/>
          <a:noFill/>
          <a:ln>
            <a:noFill/>
          </a:ln>
        </p:spPr>
        <p:txBody>
          <a:bodyPr anchor="ctr" bIns="44132" lIns="88261" rIns="88261" tIns="44132" vert="horz" wrap="none"/>
          <a:p>
            <a:pPr algn="r" lvl="0"/>
            <a:endParaRPr altLang="en-US" sz="1100" lang="en-US">
              <a:latin typeface="Helvetica" pitchFamily="-84" charset="0"/>
              <a:ea typeface="MS PGothic" pitchFamily="34" charset="-128"/>
            </a:endParaRPr>
          </a:p>
        </p:txBody>
      </p:sp>
      <p:sp>
        <p:nvSpPr>
          <p:cNvPr id="1048812" name="Rectangle 4"/>
          <p:cNvSpPr/>
          <p:nvPr>
            <p:ph type="ftr" sz="quarter" idx="2"/>
          </p:nvPr>
        </p:nvSpPr>
        <p:spPr>
          <a:xfrm rot="0">
            <a:off x="0" y="8866188"/>
            <a:ext cx="3073400" cy="442912"/>
          </a:xfrm>
          <a:prstGeom prst="rect"/>
          <a:noFill/>
          <a:ln>
            <a:noFill/>
          </a:ln>
        </p:spPr>
        <p:txBody>
          <a:bodyPr anchor="b" bIns="44132" lIns="88261" rIns="88261" tIns="44132" vert="horz" wrap="none"/>
          <a:p>
            <a:pPr lvl="0"/>
            <a:endParaRPr altLang="en-US" sz="1100" lang="en-US">
              <a:latin typeface="Helvetica" pitchFamily="-84" charset="0"/>
              <a:ea typeface="MS PGothic" pitchFamily="34" charset="-128"/>
            </a:endParaRPr>
          </a:p>
        </p:txBody>
      </p:sp>
      <p:sp>
        <p:nvSpPr>
          <p:cNvPr id="1048813" name="Rectangle 5"/>
          <p:cNvSpPr/>
          <p:nvPr>
            <p:ph type="sldNum" sz="quarter" idx="3"/>
          </p:nvPr>
        </p:nvSpPr>
        <p:spPr>
          <a:xfrm rot="0">
            <a:off x="3951287" y="8866188"/>
            <a:ext cx="3071812" cy="442912"/>
          </a:xfrm>
          <a:prstGeom prst="rect"/>
          <a:noFill/>
          <a:ln>
            <a:noFill/>
          </a:ln>
        </p:spPr>
        <p:txBody>
          <a:bodyPr anchor="b" bIns="44132" lIns="88261" rIns="88261" tIns="44132" vert="horz" wrap="none"/>
          <a:p>
            <a:pPr algn="r" lvl="0"/>
            <a:fld id="{566ABCEB-ACFC-4714-9973-3DA970169C29}" type="slidenum">
              <a:rPr altLang="en-US" sz="1100" lang="en-US">
                <a:latin typeface="Helvetica" pitchFamily="-84" charset="0"/>
              </a:rPr>
              <a:pPr algn="r" lvl="0"/>
            </a:fld>
            <a:endParaRPr altLang="en-US" sz="1100" lang="en-US">
              <a:latin typeface="Helvetica" pitchFamily="-84" charset="0"/>
            </a:endParaRPr>
          </a:p>
        </p:txBody>
      </p:sp>
    </p:spTree>
  </p:cSld>
  <p:clrMap accent1="dk1" accent2="dk1" accent3="dk1" accent4="dk1" accent5="dk1" accent6="dk1" bg1="dk1" bg2="dk1" tx1="dk1" tx2="dk1" hlink="dk1" folHlink="dk1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04" name="Rectangle 2"/>
          <p:cNvSpPr/>
          <p:nvPr>
            <p:ph type="hdr" sz="quarter" idx="0"/>
          </p:nvPr>
        </p:nvSpPr>
        <p:spPr>
          <a:xfrm rot="0">
            <a:off x="0" y="0"/>
            <a:ext cx="3036887" cy="463550"/>
          </a:xfrm>
          <a:prstGeom prst="rect"/>
          <a:noFill/>
          <a:ln>
            <a:noFill/>
          </a:ln>
        </p:spPr>
        <p:txBody>
          <a:bodyPr anchor="ctr" bIns="46580" lIns="93160" rIns="93160" tIns="46580" vert="horz" wrap="none"/>
          <a:p>
            <a:pPr lvl="0"/>
            <a:endParaRPr altLang="en-US" sz="1200" lang="en-US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1048805" name="Rectangle 3"/>
          <p:cNvSpPr/>
          <p:nvPr>
            <p:ph type="dt" sz="full" idx="1"/>
          </p:nvPr>
        </p:nvSpPr>
        <p:spPr>
          <a:xfrm rot="0">
            <a:off x="3973512" y="0"/>
            <a:ext cx="3036887" cy="463550"/>
          </a:xfrm>
          <a:prstGeom prst="rect"/>
          <a:noFill/>
          <a:ln>
            <a:noFill/>
          </a:ln>
        </p:spPr>
        <p:txBody>
          <a:bodyPr anchor="ctr" bIns="46580" lIns="93160" rIns="93160" tIns="46580" vert="horz" wrap="none"/>
          <a:p>
            <a:pPr algn="r" lvl="0"/>
            <a:endParaRPr altLang="en-US" sz="1200" lang="en-US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1048806" name="Rectangle 4"/>
          <p:cNvSpPr/>
          <p:nvPr>
            <p:ph type="sldImg" sz="full" idx="2"/>
          </p:nvPr>
        </p:nvSpPr>
        <p:spPr>
          <a:xfrm rot="0">
            <a:off x="1182687" y="698500"/>
            <a:ext cx="4646612" cy="348615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bIns="46078" lIns="92157" rIns="92157" tIns="46078" vert="horz" wrap="none"/>
          <a:p/>
        </p:txBody>
      </p:sp>
      <p:sp>
        <p:nvSpPr>
          <p:cNvPr id="1048807" name="Rectangle 5"/>
          <p:cNvSpPr/>
          <p:nvPr>
            <p:ph type="body" sz="quarter" idx="3"/>
          </p:nvPr>
        </p:nvSpPr>
        <p:spPr>
          <a:xfrm rot="0">
            <a:off x="935037" y="4416425"/>
            <a:ext cx="5140325" cy="4181475"/>
          </a:xfrm>
          <a:prstGeom prst="rect"/>
          <a:noFill/>
          <a:ln>
            <a:noFill/>
          </a:ln>
        </p:spPr>
        <p:txBody>
          <a:bodyPr anchor="ctr" bIns="46580" lIns="93160" rIns="93160" tIns="46580" vert="horz" wrap="none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808" name="Rectangle 6"/>
          <p:cNvSpPr/>
          <p:nvPr>
            <p:ph type="ftr" sz="quarter" idx="4"/>
          </p:nvPr>
        </p:nvSpPr>
        <p:spPr>
          <a:xfrm rot="0">
            <a:off x="0" y="8832850"/>
            <a:ext cx="3036887" cy="463550"/>
          </a:xfrm>
          <a:prstGeom prst="rect"/>
          <a:noFill/>
          <a:ln>
            <a:noFill/>
          </a:ln>
        </p:spPr>
        <p:txBody>
          <a:bodyPr anchor="b" bIns="46580" lIns="93160" rIns="93160" tIns="46580" vert="horz" wrap="none"/>
          <a:p>
            <a:pPr lvl="0"/>
            <a:endParaRPr altLang="en-US" sz="1200" lang="en-US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1048809" name="Rectangle 7"/>
          <p:cNvSpPr/>
          <p:nvPr>
            <p:ph type="sldNum" sz="quarter" idx="5"/>
          </p:nvPr>
        </p:nvSpPr>
        <p:spPr>
          <a:xfrm rot="0">
            <a:off x="3973512" y="8832850"/>
            <a:ext cx="3036887" cy="463550"/>
          </a:xfrm>
          <a:prstGeom prst="rect"/>
          <a:noFill/>
          <a:ln>
            <a:noFill/>
          </a:ln>
        </p:spPr>
        <p:txBody>
          <a:bodyPr anchor="b" bIns="46580" lIns="93160" rIns="93160" tIns="46580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</p:spTree>
  </p:cSld>
  <p:clrMap accent1="dk1" accent2="dk1" accent3="dk1" accent4="dk1" accent5="dk1" accent6="dk1" bg1="dk1" bg2="dk1" tx1="dk1" tx2="dk1" hlink="dk1" folHlink="dk1"/>
  <p:notesStyle>
    <a:lvl1pPr algn="l" eaLnBrk="0" fontAlgn="base" hangingPunct="0" indent="0" latinLnBrk="0" marL="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Times New Roman" pitchFamily="18" charset="0"/>
        <a:ea typeface="MS PGothic" pitchFamily="34" charset="-128"/>
        <a:sym typeface="Verdana" pitchFamily="34" charset="0"/>
      </a:defRPr>
    </a:lvl1pPr>
    <a:lvl2pPr algn="l" eaLnBrk="0" fontAlgn="base" hangingPunct="0" indent="0" latinLnBrk="0" marL="4572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Times New Roman" pitchFamily="18" charset="0"/>
        <a:ea typeface="MS PGothic" pitchFamily="34" charset="-128"/>
        <a:sym typeface="Verdana" pitchFamily="34" charset="0"/>
      </a:defRPr>
    </a:lvl2pPr>
    <a:lvl3pPr algn="l" eaLnBrk="0" fontAlgn="base" hangingPunct="0" indent="0" latinLnBrk="0" marL="9144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Times New Roman" pitchFamily="18" charset="0"/>
        <a:ea typeface="MS PGothic" pitchFamily="34" charset="-128"/>
        <a:sym typeface="Verdana" pitchFamily="34" charset="0"/>
      </a:defRPr>
    </a:lvl3pPr>
    <a:lvl4pPr algn="l" eaLnBrk="0" fontAlgn="base" hangingPunct="0" indent="0" latinLnBrk="0" marL="13716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Times New Roman" pitchFamily="18" charset="0"/>
        <a:ea typeface="MS PGothic" pitchFamily="34" charset="-128"/>
        <a:sym typeface="Verdana" pitchFamily="34" charset="0"/>
      </a:defRPr>
    </a:lvl4pPr>
    <a:lvl5pPr algn="l" eaLnBrk="0" fontAlgn="base" hangingPunct="0" indent="0" latinLnBrk="0" marL="18288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Times New Roman" pitchFamily="18" charset="0"/>
        <a:ea typeface="MS PGothic" pitchFamily="34" charset="-128"/>
        <a:sym typeface="Verdana" pitchFamily="34" charset="0"/>
      </a:defRPr>
    </a:lvl5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5" name="Rectangle 7"/>
          <p:cNvSpPr txBox="1"/>
          <p:nvPr/>
        </p:nvSpPr>
        <p:spPr>
          <a:xfrm rot="0">
            <a:off x="3973512" y="8832850"/>
            <a:ext cx="3036887" cy="463550"/>
          </a:xfrm>
          <a:prstGeom prst="rect"/>
          <a:noFill/>
          <a:ln>
            <a:noFill/>
          </a:ln>
        </p:spPr>
        <p:txBody>
          <a:bodyPr anchor="b" bIns="46580" lIns="93160" rIns="93160" tIns="46580" vert="horz" wrap="none"/>
          <a:p>
            <a:pPr algn="r" lvl="0"/>
            <a:fld id="{566ABCEB-ACFC-4714-9973-3DA970169C29}" type="slidenum">
              <a:rPr altLang="en-US" sz="1200" lang="en-US">
                <a:latin typeface="Helvetica" pitchFamily="-84" charset="0"/>
              </a:rPr>
              <a:pPr algn="r" lvl="0"/>
            </a:fld>
            <a:endParaRPr altLang="en-US" sz="1200" lang="en-US">
              <a:latin typeface="Helvetica" pitchFamily="-84" charset="0"/>
            </a:endParaRPr>
          </a:p>
        </p:txBody>
      </p:sp>
      <p:sp>
        <p:nvSpPr>
          <p:cNvPr id="1048596" name="Rectangle 2"/>
          <p:cNvSpPr/>
          <p:nvPr>
            <p:ph type="sldImg" sz="full" idx="0"/>
          </p:nvPr>
        </p:nvSpPr>
        <p:spPr>
          <a:xfrm rot="0">
            <a:off x="1182687" y="698500"/>
            <a:ext cx="4646612" cy="3486150"/>
          </a:xfrm>
          <a:prstGeom prst="rect"/>
        </p:spPr>
        <p:txBody>
          <a:bodyPr anchor="ctr" bIns="46078" lIns="92157" rIns="92157" tIns="46078" vert="horz" wrap="none"/>
          <a:p/>
        </p:txBody>
      </p:sp>
      <p:sp>
        <p:nvSpPr>
          <p:cNvPr id="1048597" name="Rectangle 3"/>
          <p:cNvSpPr/>
          <p:nvPr>
            <p:ph type="body" sz="full" idx="1"/>
          </p:nvPr>
        </p:nvSpPr>
        <p:spPr>
          <a:xfrm rot="0">
            <a:off x="935037" y="4416425"/>
            <a:ext cx="5140325" cy="4181475"/>
          </a:xfrm>
          <a:prstGeom prst="rect"/>
          <a:noFill/>
        </p:spPr>
        <p:txBody>
          <a:bodyPr anchor="ctr" bIns="46580" lIns="93160" rIns="93160" tIns="46580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2" name="Rectangle 2"/>
          <p:cNvSpPr/>
          <p:nvPr>
            <p:ph type="sldImg" sz="full" idx="0"/>
          </p:nvPr>
        </p:nvSpPr>
        <p:spPr>
          <a:xfrm rot="0">
            <a:off x="1182687" y="698500"/>
            <a:ext cx="4646612" cy="3486150"/>
          </a:xfrm>
          <a:prstGeom prst="rect"/>
        </p:spPr>
        <p:txBody>
          <a:bodyPr anchor="ctr" bIns="46078" lIns="92157" rIns="92157" tIns="46078" vert="horz" wrap="none"/>
          <a:p/>
        </p:txBody>
      </p:sp>
      <p:sp>
        <p:nvSpPr>
          <p:cNvPr id="1048613" name="Rectangle 3"/>
          <p:cNvSpPr/>
          <p:nvPr>
            <p:ph type="body" sz="full" idx="1"/>
          </p:nvPr>
        </p:nvSpPr>
        <p:spPr>
          <a:xfrm rot="0">
            <a:off x="935037" y="4416425"/>
            <a:ext cx="5140325" cy="4181475"/>
          </a:xfrm>
          <a:prstGeom prst="rect"/>
          <a:noFill/>
        </p:spPr>
        <p:txBody>
          <a:bodyPr anchor="ctr" bIns="46580" lIns="93160" rIns="93160" tIns="46580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6" name="Rectangle 7"/>
          <p:cNvSpPr txBox="1"/>
          <p:nvPr/>
        </p:nvSpPr>
        <p:spPr>
          <a:xfrm rot="0">
            <a:off x="3973512" y="8832850"/>
            <a:ext cx="3036887" cy="463550"/>
          </a:xfrm>
          <a:prstGeom prst="rect"/>
          <a:noFill/>
          <a:ln>
            <a:noFill/>
          </a:ln>
        </p:spPr>
        <p:txBody>
          <a:bodyPr anchor="b" bIns="46580" lIns="93160" rIns="93160" tIns="46580" vert="horz" wrap="none"/>
          <a:p>
            <a:pPr algn="r" lvl="0"/>
            <a:fld id="{566ABCEB-ACFC-4714-9973-3DA970169C29}" type="slidenum">
              <a:rPr altLang="en-US" sz="1200" lang="en-US">
                <a:latin typeface="Helvetica" pitchFamily="-84" charset="0"/>
              </a:rPr>
              <a:pPr algn="r" lvl="0"/>
            </a:fld>
            <a:endParaRPr altLang="en-US" sz="1200" lang="en-US">
              <a:latin typeface="Helvetica" pitchFamily="-84" charset="0"/>
            </a:endParaRPr>
          </a:p>
        </p:txBody>
      </p:sp>
      <p:sp>
        <p:nvSpPr>
          <p:cNvPr id="1048617" name="Rectangle 2"/>
          <p:cNvSpPr/>
          <p:nvPr>
            <p:ph type="sldImg" sz="full" idx="0"/>
          </p:nvPr>
        </p:nvSpPr>
        <p:spPr>
          <a:xfrm rot="0">
            <a:off x="1182687" y="698500"/>
            <a:ext cx="4646612" cy="3486150"/>
          </a:xfrm>
          <a:prstGeom prst="rect"/>
        </p:spPr>
        <p:txBody>
          <a:bodyPr anchor="ctr" bIns="46078" lIns="92157" rIns="92157" tIns="46078" vert="horz" wrap="none"/>
          <a:p/>
        </p:txBody>
      </p:sp>
      <p:sp>
        <p:nvSpPr>
          <p:cNvPr id="1048618" name="Rectangle 3"/>
          <p:cNvSpPr/>
          <p:nvPr>
            <p:ph type="body" sz="full" idx="1"/>
          </p:nvPr>
        </p:nvSpPr>
        <p:spPr>
          <a:xfrm rot="0">
            <a:off x="935037" y="4416425"/>
            <a:ext cx="5140325" cy="4181475"/>
          </a:xfrm>
          <a:prstGeom prst="rect"/>
          <a:noFill/>
        </p:spPr>
        <p:txBody>
          <a:bodyPr anchor="ctr" bIns="46580" lIns="93160" rIns="93160" tIns="46580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9" name="Rectangle 2"/>
          <p:cNvSpPr/>
          <p:nvPr>
            <p:ph type="sldImg" sz="full" idx="0"/>
          </p:nvPr>
        </p:nvSpPr>
        <p:spPr>
          <a:xfrm rot="0">
            <a:off x="1182687" y="698500"/>
            <a:ext cx="4646612" cy="3486150"/>
          </a:xfrm>
          <a:prstGeom prst="rect"/>
        </p:spPr>
        <p:txBody>
          <a:bodyPr anchor="ctr" bIns="46078" lIns="92157" rIns="92157" tIns="46078" vert="horz" wrap="none"/>
          <a:p/>
        </p:txBody>
      </p:sp>
      <p:sp>
        <p:nvSpPr>
          <p:cNvPr id="1048630" name="Rectangle 3"/>
          <p:cNvSpPr/>
          <p:nvPr>
            <p:ph type="body" sz="full" idx="1"/>
          </p:nvPr>
        </p:nvSpPr>
        <p:spPr>
          <a:xfrm rot="0">
            <a:off x="935037" y="4416425"/>
            <a:ext cx="5140325" cy="4181475"/>
          </a:xfrm>
          <a:prstGeom prst="rect"/>
          <a:noFill/>
        </p:spPr>
        <p:txBody>
          <a:bodyPr anchor="ctr" bIns="46580" lIns="93160" rIns="93160" tIns="46580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3" name="Rectangle 7"/>
          <p:cNvSpPr txBox="1"/>
          <p:nvPr/>
        </p:nvSpPr>
        <p:spPr>
          <a:xfrm rot="0">
            <a:off x="3973512" y="8832850"/>
            <a:ext cx="3036887" cy="463550"/>
          </a:xfrm>
          <a:prstGeom prst="rect"/>
          <a:noFill/>
          <a:ln>
            <a:noFill/>
          </a:ln>
        </p:spPr>
        <p:txBody>
          <a:bodyPr anchor="b" bIns="46580" lIns="93160" rIns="93160" tIns="46580" vert="horz" wrap="none"/>
          <a:p>
            <a:pPr algn="r" lvl="0"/>
            <a:fld id="{566ABCEB-ACFC-4714-9973-3DA970169C29}" type="slidenum">
              <a:rPr altLang="en-US" sz="1200" lang="en-US">
                <a:latin typeface="Helvetica" pitchFamily="-84" charset="0"/>
              </a:rPr>
              <a:pPr algn="r" lvl="0"/>
            </a:fld>
            <a:endParaRPr altLang="en-US" sz="1200" lang="en-US">
              <a:latin typeface="Helvetica" pitchFamily="-84" charset="0"/>
            </a:endParaRPr>
          </a:p>
        </p:txBody>
      </p:sp>
      <p:sp>
        <p:nvSpPr>
          <p:cNvPr id="1048634" name="Rectangle 2"/>
          <p:cNvSpPr/>
          <p:nvPr>
            <p:ph type="sldImg" sz="full" idx="0"/>
          </p:nvPr>
        </p:nvSpPr>
        <p:spPr>
          <a:xfrm rot="0">
            <a:off x="1182687" y="698500"/>
            <a:ext cx="4646612" cy="3486150"/>
          </a:xfrm>
          <a:prstGeom prst="rect"/>
        </p:spPr>
        <p:txBody>
          <a:bodyPr anchor="ctr" bIns="46078" lIns="92157" rIns="92157" tIns="46078" vert="horz" wrap="none"/>
          <a:p/>
        </p:txBody>
      </p:sp>
      <p:sp>
        <p:nvSpPr>
          <p:cNvPr id="1048635" name="Rectangle 3"/>
          <p:cNvSpPr/>
          <p:nvPr>
            <p:ph type="body" sz="full" idx="1"/>
          </p:nvPr>
        </p:nvSpPr>
        <p:spPr>
          <a:xfrm rot="0">
            <a:off x="935037" y="4416425"/>
            <a:ext cx="5140325" cy="4181475"/>
          </a:xfrm>
          <a:prstGeom prst="rect"/>
          <a:noFill/>
        </p:spPr>
        <p:txBody>
          <a:bodyPr anchor="ctr" bIns="46580" lIns="93160" rIns="93160" tIns="46580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3" name="Rectangle 7"/>
          <p:cNvSpPr txBox="1"/>
          <p:nvPr/>
        </p:nvSpPr>
        <p:spPr>
          <a:xfrm rot="0">
            <a:off x="3973512" y="8832850"/>
            <a:ext cx="3036887" cy="463550"/>
          </a:xfrm>
          <a:prstGeom prst="rect"/>
          <a:noFill/>
          <a:ln>
            <a:noFill/>
          </a:ln>
        </p:spPr>
        <p:txBody>
          <a:bodyPr anchor="b" bIns="46580" lIns="93160" rIns="93160" tIns="46580" vert="horz" wrap="none"/>
          <a:p>
            <a:pPr algn="r" lvl="0"/>
            <a:fld id="{566ABCEB-ACFC-4714-9973-3DA970169C29}" type="slidenum">
              <a:rPr altLang="en-US" sz="1200" lang="en-US">
                <a:latin typeface="Helvetica" pitchFamily="-84" charset="0"/>
              </a:rPr>
              <a:pPr algn="r" lvl="0"/>
            </a:fld>
            <a:endParaRPr altLang="en-US" sz="1200" lang="en-US">
              <a:latin typeface="Helvetica" pitchFamily="-84" charset="0"/>
            </a:endParaRPr>
          </a:p>
        </p:txBody>
      </p:sp>
      <p:sp>
        <p:nvSpPr>
          <p:cNvPr id="1048644" name="Rectangle 2"/>
          <p:cNvSpPr/>
          <p:nvPr>
            <p:ph type="sldImg" sz="full" idx="0"/>
          </p:nvPr>
        </p:nvSpPr>
        <p:spPr>
          <a:xfrm rot="0">
            <a:off x="1182687" y="698500"/>
            <a:ext cx="4646612" cy="3486150"/>
          </a:xfrm>
          <a:prstGeom prst="rect"/>
        </p:spPr>
        <p:txBody>
          <a:bodyPr anchor="ctr" bIns="46078" lIns="92157" rIns="92157" tIns="46078" vert="horz" wrap="none"/>
          <a:p/>
        </p:txBody>
      </p:sp>
      <p:sp>
        <p:nvSpPr>
          <p:cNvPr id="1048645" name="Rectangle 3"/>
          <p:cNvSpPr/>
          <p:nvPr>
            <p:ph type="body" sz="full" idx="1"/>
          </p:nvPr>
        </p:nvSpPr>
        <p:spPr>
          <a:xfrm rot="0">
            <a:off x="935037" y="4416425"/>
            <a:ext cx="5140325" cy="4181475"/>
          </a:xfrm>
          <a:prstGeom prst="rect"/>
          <a:noFill/>
        </p:spPr>
        <p:txBody>
          <a:bodyPr anchor="ctr" bIns="46580" lIns="93160" rIns="93160" tIns="46580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8" name="Rectangle 7"/>
          <p:cNvSpPr txBox="1"/>
          <p:nvPr/>
        </p:nvSpPr>
        <p:spPr>
          <a:xfrm rot="0">
            <a:off x="3973512" y="8832850"/>
            <a:ext cx="3036887" cy="463550"/>
          </a:xfrm>
          <a:prstGeom prst="rect"/>
          <a:noFill/>
          <a:ln>
            <a:noFill/>
          </a:ln>
        </p:spPr>
        <p:txBody>
          <a:bodyPr anchor="b" bIns="46580" lIns="93160" rIns="93160" tIns="46580" vert="horz" wrap="none"/>
          <a:p>
            <a:pPr algn="r" lvl="0"/>
            <a:fld id="{566ABCEB-ACFC-4714-9973-3DA970169C29}" type="slidenum">
              <a:rPr altLang="en-US" sz="1200" lang="en-US">
                <a:latin typeface="Helvetica" pitchFamily="-84" charset="0"/>
              </a:rPr>
              <a:pPr algn="r" lvl="0"/>
            </a:fld>
            <a:endParaRPr altLang="en-US" sz="1200" lang="en-US">
              <a:latin typeface="Helvetica" pitchFamily="-84" charset="0"/>
            </a:endParaRPr>
          </a:p>
        </p:txBody>
      </p:sp>
      <p:sp>
        <p:nvSpPr>
          <p:cNvPr id="1048649" name="Rectangle 2"/>
          <p:cNvSpPr/>
          <p:nvPr>
            <p:ph type="sldImg" sz="full" idx="0"/>
          </p:nvPr>
        </p:nvSpPr>
        <p:spPr>
          <a:xfrm rot="0">
            <a:off x="1182687" y="698500"/>
            <a:ext cx="4646612" cy="3486150"/>
          </a:xfrm>
          <a:prstGeom prst="rect"/>
        </p:spPr>
        <p:txBody>
          <a:bodyPr anchor="ctr" bIns="46078" lIns="92157" rIns="92157" tIns="46078" vert="horz" wrap="none"/>
          <a:p/>
        </p:txBody>
      </p:sp>
      <p:sp>
        <p:nvSpPr>
          <p:cNvPr id="1048650" name="Rectangle 3"/>
          <p:cNvSpPr/>
          <p:nvPr>
            <p:ph type="body" sz="full" idx="1"/>
          </p:nvPr>
        </p:nvSpPr>
        <p:spPr>
          <a:xfrm rot="0">
            <a:off x="935037" y="4416425"/>
            <a:ext cx="5140325" cy="4181475"/>
          </a:xfrm>
          <a:prstGeom prst="rect"/>
          <a:noFill/>
        </p:spPr>
        <p:txBody>
          <a:bodyPr anchor="ctr" bIns="46580" lIns="93160" rIns="93160" tIns="46580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3" name="Rectangle 7"/>
          <p:cNvSpPr txBox="1"/>
          <p:nvPr/>
        </p:nvSpPr>
        <p:spPr>
          <a:xfrm rot="0">
            <a:off x="3973512" y="8832850"/>
            <a:ext cx="3036887" cy="463550"/>
          </a:xfrm>
          <a:prstGeom prst="rect"/>
          <a:noFill/>
          <a:ln>
            <a:noFill/>
          </a:ln>
        </p:spPr>
        <p:txBody>
          <a:bodyPr anchor="b" bIns="46580" lIns="93160" rIns="93160" tIns="46580" vert="horz" wrap="none"/>
          <a:p>
            <a:pPr algn="r" lvl="0"/>
            <a:fld id="{566ABCEB-ACFC-4714-9973-3DA970169C29}" type="slidenum">
              <a:rPr altLang="en-US" sz="1200" lang="en-US">
                <a:latin typeface="Helvetica" pitchFamily="-84" charset="0"/>
              </a:rPr>
              <a:pPr algn="r" lvl="0"/>
            </a:fld>
            <a:endParaRPr altLang="en-US" sz="1200" lang="en-US">
              <a:latin typeface="Helvetica" pitchFamily="-84" charset="0"/>
            </a:endParaRPr>
          </a:p>
        </p:txBody>
      </p:sp>
      <p:sp>
        <p:nvSpPr>
          <p:cNvPr id="1048654" name="Rectangle 2"/>
          <p:cNvSpPr/>
          <p:nvPr>
            <p:ph type="sldImg" sz="full" idx="0"/>
          </p:nvPr>
        </p:nvSpPr>
        <p:spPr>
          <a:xfrm rot="0">
            <a:off x="1182687" y="698500"/>
            <a:ext cx="4646612" cy="3486150"/>
          </a:xfrm>
          <a:prstGeom prst="rect"/>
        </p:spPr>
        <p:txBody>
          <a:bodyPr anchor="ctr" bIns="46078" lIns="92157" rIns="92157" tIns="46078" vert="horz" wrap="none"/>
          <a:p/>
        </p:txBody>
      </p:sp>
      <p:sp>
        <p:nvSpPr>
          <p:cNvPr id="1048655" name="Rectangle 3"/>
          <p:cNvSpPr/>
          <p:nvPr>
            <p:ph type="body" sz="full" idx="1"/>
          </p:nvPr>
        </p:nvSpPr>
        <p:spPr>
          <a:xfrm rot="0">
            <a:off x="935037" y="4416425"/>
            <a:ext cx="5140325" cy="4181475"/>
          </a:xfrm>
          <a:prstGeom prst="rect"/>
          <a:noFill/>
        </p:spPr>
        <p:txBody>
          <a:bodyPr anchor="ctr" bIns="46580" lIns="93160" rIns="93160" tIns="46580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8" name="Rectangle 7"/>
          <p:cNvSpPr txBox="1"/>
          <p:nvPr/>
        </p:nvSpPr>
        <p:spPr>
          <a:xfrm rot="0">
            <a:off x="3973512" y="8832850"/>
            <a:ext cx="3036887" cy="463550"/>
          </a:xfrm>
          <a:prstGeom prst="rect"/>
          <a:noFill/>
          <a:ln>
            <a:noFill/>
          </a:ln>
        </p:spPr>
        <p:txBody>
          <a:bodyPr anchor="b" bIns="46580" lIns="93160" rIns="93160" tIns="46580" vert="horz" wrap="none"/>
          <a:p>
            <a:pPr algn="r" lvl="0"/>
            <a:fld id="{566ABCEB-ACFC-4714-9973-3DA970169C29}" type="slidenum">
              <a:rPr altLang="en-US" sz="1200" lang="en-US">
                <a:latin typeface="Helvetica" pitchFamily="-84" charset="0"/>
              </a:rPr>
              <a:pPr algn="r" lvl="0"/>
            </a:fld>
            <a:endParaRPr altLang="en-US" sz="1200" lang="en-US">
              <a:latin typeface="Helvetica" pitchFamily="-84" charset="0"/>
            </a:endParaRPr>
          </a:p>
        </p:txBody>
      </p:sp>
      <p:sp>
        <p:nvSpPr>
          <p:cNvPr id="1048659" name="Rectangle 2"/>
          <p:cNvSpPr/>
          <p:nvPr>
            <p:ph type="sldImg" sz="full" idx="0"/>
          </p:nvPr>
        </p:nvSpPr>
        <p:spPr>
          <a:xfrm rot="0">
            <a:off x="1182687" y="698500"/>
            <a:ext cx="4646612" cy="3486150"/>
          </a:xfrm>
          <a:prstGeom prst="rect"/>
        </p:spPr>
        <p:txBody>
          <a:bodyPr anchor="ctr" bIns="46078" lIns="92157" rIns="92157" tIns="46078" vert="horz" wrap="none"/>
          <a:p/>
        </p:txBody>
      </p:sp>
      <p:sp>
        <p:nvSpPr>
          <p:cNvPr id="1048660" name="Rectangle 3"/>
          <p:cNvSpPr/>
          <p:nvPr>
            <p:ph type="body" sz="full" idx="1"/>
          </p:nvPr>
        </p:nvSpPr>
        <p:spPr>
          <a:xfrm rot="0">
            <a:off x="935037" y="4416425"/>
            <a:ext cx="5140325" cy="4181475"/>
          </a:xfrm>
          <a:prstGeom prst="rect"/>
          <a:noFill/>
        </p:spPr>
        <p:txBody>
          <a:bodyPr anchor="ctr" bIns="46580" lIns="93160" rIns="93160" tIns="46580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3" name="Rectangle 7"/>
          <p:cNvSpPr txBox="1"/>
          <p:nvPr/>
        </p:nvSpPr>
        <p:spPr>
          <a:xfrm rot="0">
            <a:off x="3973512" y="8832850"/>
            <a:ext cx="3036887" cy="463550"/>
          </a:xfrm>
          <a:prstGeom prst="rect"/>
          <a:noFill/>
          <a:ln>
            <a:noFill/>
          </a:ln>
        </p:spPr>
        <p:txBody>
          <a:bodyPr anchor="b" bIns="46580" lIns="93160" rIns="93160" tIns="46580" vert="horz" wrap="none"/>
          <a:p>
            <a:pPr algn="r" lvl="0"/>
            <a:fld id="{566ABCEB-ACFC-4714-9973-3DA970169C29}" type="slidenum">
              <a:rPr altLang="en-US" sz="1200" lang="en-US">
                <a:latin typeface="Helvetica" pitchFamily="-84" charset="0"/>
              </a:rPr>
              <a:pPr algn="r" lvl="0"/>
            </a:fld>
            <a:endParaRPr altLang="en-US" sz="1200" lang="en-US">
              <a:latin typeface="Helvetica" pitchFamily="-84" charset="0"/>
            </a:endParaRPr>
          </a:p>
        </p:txBody>
      </p:sp>
      <p:sp>
        <p:nvSpPr>
          <p:cNvPr id="1048664" name="Rectangle 2"/>
          <p:cNvSpPr/>
          <p:nvPr>
            <p:ph type="sldImg" sz="full" idx="0"/>
          </p:nvPr>
        </p:nvSpPr>
        <p:spPr>
          <a:xfrm rot="0">
            <a:off x="1182687" y="698500"/>
            <a:ext cx="4646612" cy="3486150"/>
          </a:xfrm>
          <a:prstGeom prst="rect"/>
        </p:spPr>
        <p:txBody>
          <a:bodyPr anchor="ctr" bIns="46078" lIns="92157" rIns="92157" tIns="46078" vert="horz" wrap="none"/>
          <a:p/>
        </p:txBody>
      </p:sp>
      <p:sp>
        <p:nvSpPr>
          <p:cNvPr id="1048665" name="Rectangle 3"/>
          <p:cNvSpPr/>
          <p:nvPr>
            <p:ph type="body" sz="full" idx="1"/>
          </p:nvPr>
        </p:nvSpPr>
        <p:spPr>
          <a:xfrm rot="0">
            <a:off x="935037" y="4416425"/>
            <a:ext cx="5140325" cy="4181475"/>
          </a:xfrm>
          <a:prstGeom prst="rect"/>
          <a:noFill/>
        </p:spPr>
        <p:txBody>
          <a:bodyPr anchor="ctr" bIns="46580" lIns="93160" rIns="93160" tIns="46580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3" name="Rectangle 2"/>
          <p:cNvSpPr/>
          <p:nvPr>
            <p:ph type="sldImg" sz="full" idx="0"/>
          </p:nvPr>
        </p:nvSpPr>
        <p:spPr>
          <a:xfrm rot="0">
            <a:off x="1182687" y="698500"/>
            <a:ext cx="4646612" cy="3486150"/>
          </a:xfrm>
          <a:prstGeom prst="rect"/>
        </p:spPr>
        <p:txBody>
          <a:bodyPr anchor="ctr" bIns="46078" lIns="92157" rIns="92157" tIns="46078" vert="horz" wrap="none"/>
          <a:p/>
        </p:txBody>
      </p:sp>
      <p:sp>
        <p:nvSpPr>
          <p:cNvPr id="1048674" name="Rectangle 3"/>
          <p:cNvSpPr/>
          <p:nvPr>
            <p:ph type="body" sz="full" idx="1"/>
          </p:nvPr>
        </p:nvSpPr>
        <p:spPr>
          <a:xfrm rot="0">
            <a:off x="935037" y="4416425"/>
            <a:ext cx="5140325" cy="4181475"/>
          </a:xfrm>
          <a:prstGeom prst="rect"/>
          <a:noFill/>
        </p:spPr>
        <p:txBody>
          <a:bodyPr anchor="ctr" bIns="46580" lIns="93160" rIns="93160" tIns="46580" vert="horz" wrap="none"/>
          <a:p>
            <a:endParaRPr altLang="en-US"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grpSp>
        <p:nvGrpSpPr>
          <p:cNvPr id="24" name=""/>
          <p:cNvGrpSpPr/>
          <p:nvPr/>
        </p:nvGrpSpPr>
        <p:grpSpPr>
          <a:xfrm rot="0">
            <a:off x="198437" y="2960687"/>
            <a:ext cx="8610600" cy="201612"/>
            <a:chOff x="125" y="1865"/>
            <a:chExt cx="5424" cy="127"/>
          </a:xfrm>
        </p:grpSpPr>
        <p:sp>
          <p:nvSpPr>
            <p:cNvPr id="1048585" name="Rectangle 4"/>
            <p:cNvSpPr/>
            <p:nvPr/>
          </p:nvSpPr>
          <p:spPr>
            <a:xfrm rot="0">
              <a:off x="125" y="1865"/>
              <a:ext cx="1808" cy="127"/>
            </a:xfrm>
            <a:prstGeom prst="rect"/>
            <a:solidFill>
              <a:srgbClr val="336699"/>
            </a:solidFill>
            <a:ln>
              <a:noFill/>
            </a:ln>
          </p:spPr>
          <p:txBody>
            <a:bodyPr anchor="ctr" bIns="45720" lIns="91440" rIns="91440" tIns="45720" vert="horz" wrap="none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5pPr>
            </a:lstStyle>
            <a:p>
              <a:endParaRPr altLang="en-US" lang="en-US"/>
            </a:p>
          </p:txBody>
        </p:sp>
        <p:sp>
          <p:nvSpPr>
            <p:cNvPr id="1048586" name="Rectangle 5"/>
            <p:cNvSpPr/>
            <p:nvPr/>
          </p:nvSpPr>
          <p:spPr>
            <a:xfrm rot="0">
              <a:off x="1933" y="1865"/>
              <a:ext cx="1808" cy="127"/>
            </a:xfrm>
            <a:prstGeom prst="rect"/>
            <a:solidFill>
              <a:srgbClr val="99CCFF"/>
            </a:solidFill>
            <a:ln>
              <a:noFill/>
            </a:ln>
          </p:spPr>
          <p:txBody>
            <a:bodyPr anchor="ctr" bIns="45720" lIns="91440" rIns="91440" tIns="45720" vert="horz" wrap="none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5pPr>
            </a:lstStyle>
            <a:p>
              <a:endParaRPr altLang="en-US" lang="en-US"/>
            </a:p>
          </p:txBody>
        </p:sp>
        <p:sp>
          <p:nvSpPr>
            <p:cNvPr id="1048587" name="Rectangle 6"/>
            <p:cNvSpPr/>
            <p:nvPr/>
          </p:nvSpPr>
          <p:spPr>
            <a:xfrm rot="0">
              <a:off x="3741" y="1865"/>
              <a:ext cx="1808" cy="127"/>
            </a:xfrm>
            <a:prstGeom prst="rect"/>
            <a:solidFill>
              <a:srgbClr val="336699"/>
            </a:solidFill>
            <a:ln>
              <a:noFill/>
            </a:ln>
          </p:spPr>
          <p:txBody>
            <a:bodyPr anchor="ctr" bIns="45720" lIns="91440" rIns="91440" tIns="45720" vert="horz" wrap="none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5pPr>
            </a:lstStyle>
            <a:p>
              <a:endParaRPr altLang="en-US" lang="en-US"/>
            </a:p>
          </p:txBody>
        </p:sp>
      </p:grpSp>
      <p:sp>
        <p:nvSpPr>
          <p:cNvPr id="1048588" name="Text Box 7"/>
          <p:cNvSpPr txBox="1"/>
          <p:nvPr/>
        </p:nvSpPr>
        <p:spPr>
          <a:xfrm rot="0">
            <a:off x="6489700" y="6588125"/>
            <a:ext cx="2713037" cy="2444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pPr algn="ctr" lvl="0">
              <a:spcBef>
                <a:spcPct val="50000"/>
              </a:spcBef>
            </a:pPr>
            <a:r>
              <a:rPr altLang="en-US" b="1" sz="1000" lang="en-US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048589" name="Text Box 8"/>
          <p:cNvSpPr txBox="1"/>
          <p:nvPr/>
        </p:nvSpPr>
        <p:spPr>
          <a:xfrm rot="0">
            <a:off x="26987" y="6613525"/>
            <a:ext cx="2452509" cy="231141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pPr lvl="0">
              <a:spcBef>
                <a:spcPct val="50000"/>
              </a:spcBef>
            </a:pPr>
            <a:r>
              <a:rPr altLang="en-US" b="1" sz="1000" lang="en-US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altLang="en-US" baseline="30000" b="1" sz="1000" lang="en-US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altLang="en-US" b="1" sz="1000" lang="en-US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97154" name="Picture 9" descr="dino_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360737" y="4157662"/>
            <a:ext cx="2062162" cy="1593850"/>
          </a:xfrm>
          <a:prstGeom prst="rect"/>
          <a:noFill/>
          <a:ln w="76200" cap="flat" cmpd="sng">
            <a:solidFill>
              <a:srgbClr val="336699">
                <a:alpha val="100000"/>
              </a:srgbClr>
            </a:solidFill>
            <a:prstDash val="solid"/>
            <a:round/>
          </a:ln>
        </p:spPr>
      </p:pic>
      <p:sp>
        <p:nvSpPr>
          <p:cNvPr id="1048590" name="Rectangle 10"/>
          <p:cNvSpPr/>
          <p:nvPr/>
        </p:nvSpPr>
        <p:spPr>
          <a:xfrm rot="0">
            <a:off x="3224212" y="4006850"/>
            <a:ext cx="2336800" cy="1887537"/>
          </a:xfrm>
          <a:prstGeom prst="rect"/>
          <a:noFill/>
          <a:ln w="57150" cap="flat" cmpd="thinThick">
            <a:solidFill>
              <a:srgbClr val="66CCFF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endParaRPr altLang="en-US" lang="en-US"/>
          </a:p>
        </p:txBody>
      </p:sp>
      <p:sp>
        <p:nvSpPr>
          <p:cNvPr id="104859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dirty="0" lang="en-US"/>
              <a:t>Click to edit Master title style</a:t>
            </a:r>
          </a:p>
        </p:txBody>
      </p:sp>
    </p:spTree>
  </p:cSld>
  <p:clrMapOvr>
    <a:masterClrMapping/>
  </p:clrMapOvr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7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8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90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91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93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95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98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None/>
            </a:pPr>
            <a:endParaRPr baseline="0" b="0" cap="none" sz="3200" i="0" kern="0" kumimoji="1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itchFamily="34" charset="-128"/>
              <a:cs typeface="ＭＳ Ｐゴシック" charset="-128"/>
            </a:endParaRPr>
          </a:p>
        </p:txBody>
      </p:sp>
      <p:sp>
        <p:nvSpPr>
          <p:cNvPr id="1048799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2.jpeg"/><Relationship Id="rId13" Type="http://schemas.openxmlformats.org/officeDocument/2006/relationships/image" Target="../media/image3.jpeg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2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52" name="Picture 2" descr="dino_3"/>
          <p:cNvPicPr>
            <a:picLocks/>
          </p:cNvPicPr>
          <p:nvPr/>
        </p:nvPicPr>
        <p:blipFill>
          <a:blip xmlns:r="http://schemas.openxmlformats.org/officeDocument/2006/relationships" r:embed="rId12"/>
          <a:srcRect l="0" t="0" r="0" b="0"/>
          <a:stretch>
            <a:fillRect/>
          </a:stretch>
        </p:blipFill>
        <p:spPr>
          <a:xfrm rot="0">
            <a:off x="285750" y="0"/>
            <a:ext cx="1195387" cy="908050"/>
          </a:xfrm>
          <a:prstGeom prst="rect"/>
          <a:noFill/>
          <a:ln>
            <a:noFill/>
          </a:ln>
        </p:spPr>
      </p:pic>
      <p:sp>
        <p:nvSpPr>
          <p:cNvPr id="1048576" name="Rectangle 3"/>
          <p:cNvSpPr/>
          <p:nvPr>
            <p:ph type="title" sz="full" idx="0"/>
          </p:nvPr>
        </p:nvSpPr>
        <p:spPr>
          <a:xfrm rot="0">
            <a:off x="457200" y="277812"/>
            <a:ext cx="8229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lvl="0"/>
            <a:r>
              <a:rPr altLang="en-US" lang="en-US"/>
              <a:t>Click to edit Master title style</a:t>
            </a:r>
          </a:p>
        </p:txBody>
      </p:sp>
      <p:sp>
        <p:nvSpPr>
          <p:cNvPr id="1048577" name="Rectangle 4"/>
          <p:cNvSpPr/>
          <p:nvPr>
            <p:ph type="body" sz="full" idx="1"/>
          </p:nvPr>
        </p:nvSpPr>
        <p:spPr>
          <a:xfrm rot="0">
            <a:off x="806450" y="1233487"/>
            <a:ext cx="8229600" cy="45307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578" name="Rectangle 5"/>
          <p:cNvSpPr/>
          <p:nvPr/>
        </p:nvSpPr>
        <p:spPr>
          <a:xfrm rot="0">
            <a:off x="0" y="0"/>
            <a:ext cx="228600" cy="2286000"/>
          </a:xfrm>
          <a:prstGeom prst="rect"/>
          <a:solidFill>
            <a:srgbClr val="336699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pPr algn="ctr" eaLnBrk="1" hangingPunct="1" lvl="0"/>
            <a:endParaRPr altLang="en-US" sz="2400" lang="en-US">
              <a:latin typeface="Times New Roman" pitchFamily="18" charset="0"/>
            </a:endParaRPr>
          </a:p>
        </p:txBody>
      </p:sp>
      <p:sp>
        <p:nvSpPr>
          <p:cNvPr id="1048579" name="Line 6"/>
          <p:cNvSpPr/>
          <p:nvPr/>
        </p:nvSpPr>
        <p:spPr>
          <a:xfrm rot="0">
            <a:off x="457200" y="860425"/>
            <a:ext cx="8077200" cy="0"/>
          </a:xfrm>
          <a:prstGeom prst="line"/>
          <a:noFill/>
          <a:ln w="19050" cap="flat" cmpd="sng">
            <a:solidFill>
              <a:srgbClr val="336699">
                <a:alpha val="100000"/>
              </a:srgbClr>
            </a:solidFill>
            <a:prstDash val="solid"/>
            <a:round/>
          </a:ln>
        </p:spPr>
      </p:sp>
      <p:sp>
        <p:nvSpPr>
          <p:cNvPr id="1048580" name="Rectangle 7"/>
          <p:cNvSpPr/>
          <p:nvPr/>
        </p:nvSpPr>
        <p:spPr>
          <a:xfrm rot="0">
            <a:off x="0" y="2286000"/>
            <a:ext cx="228600" cy="2286000"/>
          </a:xfrm>
          <a:prstGeom prst="rect"/>
          <a:solidFill>
            <a:srgbClr val="99CC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pPr algn="ctr" eaLnBrk="1" hangingPunct="1" lvl="0"/>
            <a:endParaRPr altLang="en-US" sz="2400" lang="en-US">
              <a:latin typeface="Times New Roman" pitchFamily="18" charset="0"/>
            </a:endParaRPr>
          </a:p>
        </p:txBody>
      </p:sp>
      <p:sp>
        <p:nvSpPr>
          <p:cNvPr id="1048581" name="Rectangle 8"/>
          <p:cNvSpPr/>
          <p:nvPr/>
        </p:nvSpPr>
        <p:spPr>
          <a:xfrm rot="0">
            <a:off x="0" y="4572000"/>
            <a:ext cx="228600" cy="2286000"/>
          </a:xfrm>
          <a:prstGeom prst="rect"/>
          <a:solidFill>
            <a:srgbClr val="336699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pPr algn="ctr" eaLnBrk="1" hangingPunct="1" lvl="0"/>
            <a:endParaRPr altLang="en-US" sz="2400" lang="en-US">
              <a:latin typeface="Times New Roman" pitchFamily="18" charset="0"/>
            </a:endParaRPr>
          </a:p>
        </p:txBody>
      </p:sp>
      <p:sp>
        <p:nvSpPr>
          <p:cNvPr id="1048582" name="Text Box 9"/>
          <p:cNvSpPr txBox="1"/>
          <p:nvPr/>
        </p:nvSpPr>
        <p:spPr>
          <a:xfrm rot="0">
            <a:off x="4256087" y="6613525"/>
            <a:ext cx="449580" cy="231141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pPr algn="ctr" lvl="0">
              <a:spcBef>
                <a:spcPct val="50000"/>
              </a:spcBef>
            </a:pPr>
            <a:r>
              <a:rPr altLang="en-US" b="1" sz="1000" lang="en-US">
                <a:solidFill>
                  <a:srgbClr val="006699"/>
                </a:solidFill>
                <a:latin typeface="Helvetica" pitchFamily="-84" charset="0"/>
              </a:rPr>
              <a:t>4.</a:t>
            </a:r>
            <a:fld id="{566ABCEB-ACFC-4714-9973-3DA970169C29}" type="slidenum">
              <a:rPr altLang="en-US" b="1" sz="1000" lang="en-US">
                <a:solidFill>
                  <a:srgbClr val="006699"/>
                </a:solidFill>
                <a:latin typeface="Helvetica" pitchFamily="-84" charset="0"/>
              </a:rPr>
              <a:pPr algn="ctr" lvl="0">
                <a:spcBef>
                  <a:spcPct val="50000"/>
                </a:spcBef>
              </a:pPr>
            </a:fld>
            <a:endParaRPr altLang="en-US" b="1" sz="1000" lang="en-US">
              <a:solidFill>
                <a:srgbClr val="006699"/>
              </a:solidFill>
              <a:latin typeface="Helvetica" pitchFamily="-84" charset="0"/>
            </a:endParaRPr>
          </a:p>
        </p:txBody>
      </p:sp>
      <p:sp>
        <p:nvSpPr>
          <p:cNvPr id="1048583" name="Text Box 10"/>
          <p:cNvSpPr txBox="1"/>
          <p:nvPr/>
        </p:nvSpPr>
        <p:spPr>
          <a:xfrm rot="0">
            <a:off x="6489700" y="6588125"/>
            <a:ext cx="2713037" cy="2444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pPr algn="ctr" lvl="0">
              <a:spcBef>
                <a:spcPct val="50000"/>
              </a:spcBef>
            </a:pPr>
            <a:r>
              <a:rPr altLang="en-US" b="1" sz="1000" lang="en-US">
                <a:solidFill>
                  <a:srgbClr val="00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048584" name="Text Box 11"/>
          <p:cNvSpPr txBox="1"/>
          <p:nvPr/>
        </p:nvSpPr>
        <p:spPr>
          <a:xfrm rot="0">
            <a:off x="185737" y="6621462"/>
            <a:ext cx="2452509" cy="231141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pPr lvl="0">
              <a:spcBef>
                <a:spcPct val="50000"/>
              </a:spcBef>
            </a:pPr>
            <a:r>
              <a:rPr altLang="en-US" b="1" sz="1000" lang="en-US">
                <a:solidFill>
                  <a:srgbClr val="006699"/>
                </a:solidFill>
                <a:latin typeface="Helvetica" pitchFamily="-84" charset="0"/>
              </a:rPr>
              <a:t>Operating System Concepts – 9</a:t>
            </a:r>
            <a:r>
              <a:rPr altLang="en-US" baseline="30000" b="1" sz="1000" lang="en-US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altLang="en-US" b="1" sz="1000" lang="en-US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97153" name="Picture 12" descr="dino_6"/>
          <p:cNvPicPr>
            <a:picLocks/>
          </p:cNvPicPr>
          <p:nvPr/>
        </p:nvPicPr>
        <p:blipFill>
          <a:blip xmlns:r="http://schemas.openxmlformats.org/officeDocument/2006/relationships" r:embed="rId13"/>
          <a:srcRect l="0" t="0" r="0" b="0"/>
          <a:stretch>
            <a:fillRect/>
          </a:stretch>
        </p:blipFill>
        <p:spPr>
          <a:xfrm rot="0">
            <a:off x="7773987" y="5849937"/>
            <a:ext cx="1284287" cy="792162"/>
          </a:xfrm>
          <a:prstGeom prst="rect"/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/>
  <p:hf dt="0" ftr="0" sldNum="0"/>
  <p:txStyles>
    <p:titleStyle>
      <a:lvl1pPr algn="ctr" eaLnBrk="0" fontAlgn="base" hangingPunct="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algn="ctr" fontAlgn="base" marL="45720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Arial" charset="0"/>
        </a:defRPr>
      </a:lvl6pPr>
      <a:lvl7pPr algn="ctr" fontAlgn="base" marL="91440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Arial" charset="0"/>
        </a:defRPr>
      </a:lvl7pPr>
      <a:lvl8pPr algn="ctr" fontAlgn="base" marL="137160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Arial" charset="0"/>
        </a:defRPr>
      </a:lvl8pPr>
      <a:lvl9pPr algn="ctr" fontAlgn="base" marL="182880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Arial" charset="0"/>
        </a:defRPr>
      </a:lvl9pPr>
    </p:titleStyle>
    <p:bodyStyle>
      <a:lvl1pPr algn="l" eaLnBrk="0" fontAlgn="base" hangingPunct="0" indent="-342900" marL="342900" rtl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algn="l" eaLnBrk="0" fontAlgn="base" hangingPunct="0" indent="-285750" marL="742950" rtl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algn="l" eaLnBrk="0" fontAlgn="base" hangingPunct="0" indent="-228600" marL="1085850" rtl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algn="l" eaLnBrk="0" fontAlgn="base" hangingPunct="0" indent="-228600" marL="1428750" rtl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algn="l" eaLnBrk="0" fontAlgn="base" hangingPunct="0" indent="-228600" marL="1771650" rtl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algn="l" eaLnBrk="0" fontAlgn="base" hangingPunct="0" indent="-228600" marL="2228850" rtl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algn="l" eaLnBrk="0" fontAlgn="base" hangingPunct="0" indent="-228600" marL="2686050" rtl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algn="l" eaLnBrk="0" fontAlgn="base" hangingPunct="0" indent="-228600" marL="3143250" rtl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algn="l" eaLnBrk="0" fontAlgn="base" hangingPunct="0" indent="-228600" marL="3600450" rtl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emf"/><Relationship Id="rId2" Type="http://schemas.openxmlformats.org/officeDocument/2006/relationships/image" Target="../media/image6.emf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emf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8.em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9.em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4" name="Rectangle 2"/>
          <p:cNvSpPr/>
          <p:nvPr>
            <p:ph type="ctrTitle" sz="full" idx="4294967295"/>
          </p:nvPr>
        </p:nvSpPr>
        <p:spPr>
          <a:xfrm rot="0">
            <a:off x="685800" y="782637"/>
            <a:ext cx="7772400" cy="212725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>
              <a:defRPr sz="3200"/>
            </a:lvl1pPr>
          </a:lstStyle>
          <a:p>
            <a:pPr eaLnBrk="1" hangingPunct="1" lvl="0"/>
            <a:r>
              <a:rPr altLang="en-US" sz="4300" lang="en-US"/>
              <a:t>Chapter 4:  Threads</a:t>
            </a:r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9" name="Title 1"/>
          <p:cNvSpPr/>
          <p:nvPr>
            <p:ph type="title" sz="full" idx="0"/>
          </p:nvPr>
        </p:nvSpPr>
        <p:spPr>
          <a:xfrm rot="0">
            <a:off x="457200" y="176212"/>
            <a:ext cx="8229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r>
              <a:rPr altLang="en-US" lang="en-US"/>
              <a:t>Motivation</a:t>
            </a:r>
          </a:p>
        </p:txBody>
      </p:sp>
      <p:sp>
        <p:nvSpPr>
          <p:cNvPr id="1048610" name="Content Placeholder 2"/>
          <p:cNvSpPr/>
          <p:nvPr>
            <p:ph sz="full" idx="1"/>
          </p:nvPr>
        </p:nvSpPr>
        <p:spPr>
          <a:xfrm rot="0">
            <a:off x="806450" y="1233487"/>
            <a:ext cx="6813550" cy="45307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lang="en-US"/>
              <a:t>Most modern applications are multithreaded</a:t>
            </a:r>
          </a:p>
          <a:p>
            <a:pPr lvl="0"/>
            <a:r>
              <a:rPr altLang="en-US" lang="en-US"/>
              <a:t>Threads run within application</a:t>
            </a:r>
          </a:p>
          <a:p>
            <a:pPr lvl="0"/>
            <a:r>
              <a:rPr altLang="en-US" lang="en-US"/>
              <a:t>Multiple tasks with the application can be implemented by separate threads</a:t>
            </a:r>
          </a:p>
          <a:p>
            <a:pPr lvl="1"/>
            <a:r>
              <a:rPr altLang="en-US" lang="en-US"/>
              <a:t>Update display</a:t>
            </a:r>
          </a:p>
          <a:p>
            <a:pPr lvl="1"/>
            <a:r>
              <a:rPr altLang="en-US" lang="en-US"/>
              <a:t>Fetch data</a:t>
            </a:r>
          </a:p>
          <a:p>
            <a:pPr lvl="1"/>
            <a:r>
              <a:rPr altLang="en-US" lang="en-US"/>
              <a:t>Spell checking</a:t>
            </a:r>
          </a:p>
          <a:p>
            <a:pPr lvl="1"/>
            <a:r>
              <a:rPr altLang="en-US" lang="en-US"/>
              <a:t>Answer a network request</a:t>
            </a:r>
          </a:p>
          <a:p>
            <a:pPr lvl="0"/>
            <a:r>
              <a:rPr altLang="en-US" lang="en-US"/>
              <a:t>Process creation is heavy-weight while thread creation is light-weight</a:t>
            </a:r>
          </a:p>
          <a:p>
            <a:pPr lvl="0"/>
            <a:r>
              <a:rPr altLang="en-US" lang="en-US"/>
              <a:t>Can simplify code, increase efficiency</a:t>
            </a:r>
          </a:p>
          <a:p>
            <a:pPr lvl="0"/>
            <a:r>
              <a:rPr altLang="en-US" lang="en-US"/>
              <a:t>Kernels are generally multithreaded</a:t>
            </a:r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1" name="Title 1"/>
          <p:cNvSpPr/>
          <p:nvPr>
            <p:ph type="title" sz="full" idx="0"/>
          </p:nvPr>
        </p:nvSpPr>
        <p:spPr>
          <a:xfrm rot="0">
            <a:off x="885825" y="163512"/>
            <a:ext cx="8229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Multithreaded Server Architecture</a:t>
            </a:r>
          </a:p>
        </p:txBody>
      </p:sp>
      <p:pic>
        <p:nvPicPr>
          <p:cNvPr id="2097155" name="Picture 1" descr="4_02.pdf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481137" y="1443037"/>
            <a:ext cx="6397625" cy="258127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4" name="Rectangle 2"/>
          <p:cNvSpPr/>
          <p:nvPr>
            <p:ph type="title" sz="full" idx="0"/>
          </p:nvPr>
        </p:nvSpPr>
        <p:spPr>
          <a:xfrm rot="0">
            <a:off x="862012" y="415925"/>
            <a:ext cx="6951662" cy="31273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Benefits</a:t>
            </a:r>
          </a:p>
        </p:txBody>
      </p:sp>
      <p:sp>
        <p:nvSpPr>
          <p:cNvPr id="1048615" name="Rectangle 3"/>
          <p:cNvSpPr/>
          <p:nvPr>
            <p:ph type="body" sz="full" idx="1"/>
          </p:nvPr>
        </p:nvSpPr>
        <p:spPr>
          <a:xfrm rot="0">
            <a:off x="806450" y="1233487"/>
            <a:ext cx="7207250" cy="45307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b="1" lang="en-US"/>
              <a:t>Responsiveness – </a:t>
            </a:r>
            <a:r>
              <a:rPr altLang="en-US" lang="en-US"/>
              <a:t>may allow continued execution if part of process is blocked, especially important for user interfaces</a:t>
            </a:r>
          </a:p>
          <a:p>
            <a:pPr lvl="0"/>
            <a:r>
              <a:rPr altLang="en-US" b="1" lang="en-US"/>
              <a:t>Resource Sharing – </a:t>
            </a:r>
            <a:r>
              <a:rPr altLang="en-US" lang="en-US"/>
              <a:t>threads share resources of process, easier than shared memory or message passing</a:t>
            </a:r>
          </a:p>
          <a:p>
            <a:pPr lvl="0"/>
            <a:r>
              <a:rPr altLang="en-US" b="1" lang="en-US"/>
              <a:t>Economy – </a:t>
            </a:r>
            <a:r>
              <a:rPr altLang="en-US" lang="en-US"/>
              <a:t>cheaper than process creation, thread switching lower overhead than context switching</a:t>
            </a:r>
          </a:p>
          <a:p>
            <a:pPr lvl="0"/>
            <a:r>
              <a:rPr altLang="en-US" b="1" lang="en-US"/>
              <a:t>Scalability – </a:t>
            </a:r>
            <a:r>
              <a:rPr altLang="en-US" lang="en-US"/>
              <a:t>process can take advantage of multiprocessor architectures</a:t>
            </a:r>
            <a:br>
              <a:rPr altLang="en-US" lang="en-US"/>
            </a:br>
            <a:endParaRPr altLang="en-US" lang="en-US"/>
          </a:p>
          <a:p>
            <a:pPr lvl="0"/>
            <a:endParaRPr altLang="en-US" b="1" lang="en-US"/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7" name="Title 1"/>
          <p:cNvSpPr/>
          <p:nvPr>
            <p:ph type="title" sz="full" idx="0"/>
          </p:nvPr>
        </p:nvSpPr>
        <p:spPr>
          <a:xfrm rot="0">
            <a:off x="676275" y="296862"/>
            <a:ext cx="8229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Concurrency vs. Parallelism</a:t>
            </a:r>
          </a:p>
        </p:txBody>
      </p:sp>
      <p:sp>
        <p:nvSpPr>
          <p:cNvPr id="1048628" name="Rectangle 3"/>
          <p:cNvSpPr/>
          <p:nvPr/>
        </p:nvSpPr>
        <p:spPr>
          <a:xfrm rot="0">
            <a:off x="457200" y="1163637"/>
            <a:ext cx="8229600" cy="4530725"/>
          </a:xfrm>
          <a:prstGeom prst="rect"/>
          <a:noFill/>
          <a:ln>
            <a:noFill/>
          </a:ln>
        </p:spPr>
        <p:txBody>
          <a:bodyPr anchor="t" bIns="45718" lIns="91435" rIns="91435" tIns="45718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Verdana" pitchFamily="3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Verdana" pitchFamily="3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Verdana" pitchFamily="3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Verdana" pitchFamily="3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Verdana" pitchFamily="34" charset="0"/>
                <a:ea typeface="MS PGothic" pitchFamily="34" charset="-128"/>
                <a:sym typeface="Verdana" pitchFamily="34" charset="0"/>
              </a:defRPr>
            </a:lvl5pPr>
          </a:lstStyle>
          <a:p>
            <a:pPr indent="-488950" lvl="0" marL="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altLang="en-US" b="1" lang="en-US">
                <a:latin typeface="Helvetica" pitchFamily="-84" charset="0"/>
              </a:rPr>
              <a:t>Concurrent execution on single-core system:</a:t>
            </a:r>
          </a:p>
          <a:p>
            <a:pPr indent="-488950" lvl="0" marL="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altLang="en-US" b="1" lang="en-US">
              <a:latin typeface="Helvetica" pitchFamily="-84" charset="0"/>
            </a:endParaRPr>
          </a:p>
          <a:p>
            <a:pPr indent="-488950" lvl="0" marL="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altLang="en-US" b="1" lang="en-US">
              <a:latin typeface="Helvetica" pitchFamily="-84" charset="0"/>
            </a:endParaRPr>
          </a:p>
          <a:p>
            <a:pPr indent="-488950" lvl="0" marL="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altLang="en-US" b="1" lang="en-US">
              <a:latin typeface="Helvetica" pitchFamily="-84" charset="0"/>
            </a:endParaRPr>
          </a:p>
          <a:p>
            <a:pPr indent="-488950" lvl="0" marL="488950">
              <a:spcBef>
                <a:spcPct val="35000"/>
              </a:spcBef>
              <a:buClr>
                <a:srgbClr val="993300"/>
              </a:buClr>
              <a:buSzPct val="90000"/>
              <a:buFontTx/>
              <a:buNone/>
            </a:pPr>
            <a:endParaRPr altLang="en-US" b="1" lang="en-US">
              <a:latin typeface="Helvetica" pitchFamily="-84" charset="0"/>
            </a:endParaRPr>
          </a:p>
          <a:p>
            <a:pPr indent="-488950" lvl="0" marL="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altLang="en-US" b="1" lang="en-US">
                <a:latin typeface="Helvetica" pitchFamily="-84" charset="0"/>
              </a:rPr>
              <a:t>Parallelism on a multi-core system:</a:t>
            </a:r>
          </a:p>
          <a:p>
            <a:pPr indent="-488950" lvl="0" marL="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altLang="en-US" b="1" lang="en-US">
              <a:latin typeface="Helvetica" pitchFamily="-84" charset="0"/>
            </a:endParaRPr>
          </a:p>
        </p:txBody>
      </p:sp>
      <p:pic>
        <p:nvPicPr>
          <p:cNvPr id="2097156" name="Picture 1" descr="4_03.pdf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739900" y="1814512"/>
            <a:ext cx="6259512" cy="784225"/>
          </a:xfrm>
          <a:prstGeom prst="rect"/>
          <a:noFill/>
          <a:ln>
            <a:noFill/>
          </a:ln>
        </p:spPr>
      </p:pic>
      <p:pic>
        <p:nvPicPr>
          <p:cNvPr id="2097157" name="Picture 2" descr="4_04.pdf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2695575" y="3771900"/>
            <a:ext cx="3946525" cy="15541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1" name="Rectangle 2"/>
          <p:cNvSpPr/>
          <p:nvPr>
            <p:ph type="title" sz="full" idx="0"/>
          </p:nvPr>
        </p:nvSpPr>
        <p:spPr>
          <a:xfrm rot="0">
            <a:off x="1019175" y="163512"/>
            <a:ext cx="8229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Single and Multithreaded Processes</a:t>
            </a:r>
          </a:p>
        </p:txBody>
      </p:sp>
      <p:pic>
        <p:nvPicPr>
          <p:cNvPr id="2097158" name="Picture 1" descr="4_01.pdf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809750" y="1295400"/>
            <a:ext cx="6884987" cy="446881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1" name="Rectangle 2"/>
          <p:cNvSpPr/>
          <p:nvPr>
            <p:ph type="title" sz="full" idx="0"/>
          </p:nvPr>
        </p:nvSpPr>
        <p:spPr>
          <a:xfrm rot="0">
            <a:off x="936625" y="201612"/>
            <a:ext cx="7826375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User Threads and Kernel Threads</a:t>
            </a:r>
          </a:p>
        </p:txBody>
      </p:sp>
      <p:sp>
        <p:nvSpPr>
          <p:cNvPr id="1048642" name="Rectangle 3"/>
          <p:cNvSpPr/>
          <p:nvPr>
            <p:ph type="body" sz="full" idx="1"/>
          </p:nvPr>
        </p:nvSpPr>
        <p:spPr>
          <a:xfrm rot="0">
            <a:off x="806450" y="1233487"/>
            <a:ext cx="8229600" cy="45307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b="1" lang="en-US">
                <a:solidFill>
                  <a:srgbClr val="3366FF"/>
                </a:solidFill>
              </a:rPr>
              <a:t>User threads</a:t>
            </a:r>
            <a:r>
              <a:rPr altLang="en-US" lang="en-US"/>
              <a:t> - management done by user-level threads library</a:t>
            </a:r>
          </a:p>
          <a:p>
            <a:pPr lvl="0"/>
            <a:r>
              <a:rPr altLang="en-US" lang="en-US"/>
              <a:t>Three primary thread libraries:</a:t>
            </a:r>
          </a:p>
          <a:p>
            <a:pPr lvl="1"/>
            <a:r>
              <a:rPr altLang="en-US" lang="en-US"/>
              <a:t> POSIX </a:t>
            </a:r>
            <a:r>
              <a:rPr altLang="en-US" b="1" lang="en-US">
                <a:solidFill>
                  <a:srgbClr val="3366FF"/>
                </a:solidFill>
              </a:rPr>
              <a:t>Pthreads</a:t>
            </a:r>
          </a:p>
          <a:p>
            <a:pPr lvl="1"/>
            <a:r>
              <a:rPr altLang="en-US" lang="en-US"/>
              <a:t> Windows threads</a:t>
            </a:r>
          </a:p>
          <a:p>
            <a:pPr lvl="1"/>
            <a:r>
              <a:rPr altLang="en-US" lang="en-US"/>
              <a:t> Java threads</a:t>
            </a:r>
          </a:p>
          <a:p>
            <a:pPr lvl="0"/>
            <a:r>
              <a:rPr altLang="en-US" b="1" lang="en-US">
                <a:solidFill>
                  <a:srgbClr val="3366FF"/>
                </a:solidFill>
              </a:rPr>
              <a:t>Kernel threads </a:t>
            </a:r>
            <a:r>
              <a:rPr altLang="en-US" lang="en-US"/>
              <a:t>- Supported by the Kernel</a:t>
            </a:r>
          </a:p>
          <a:p>
            <a:pPr lvl="0"/>
            <a:r>
              <a:rPr altLang="en-US" lang="en-US"/>
              <a:t>Examples – virtually all general purpose operating systems, including:</a:t>
            </a:r>
          </a:p>
          <a:p>
            <a:pPr lvl="1"/>
            <a:r>
              <a:rPr altLang="en-US" lang="en-US"/>
              <a:t>Windows </a:t>
            </a:r>
          </a:p>
          <a:p>
            <a:pPr lvl="1"/>
            <a:r>
              <a:rPr altLang="en-US" lang="en-US"/>
              <a:t>Solaris</a:t>
            </a:r>
          </a:p>
          <a:p>
            <a:pPr lvl="1"/>
            <a:r>
              <a:rPr altLang="en-US" lang="en-US"/>
              <a:t>Linux</a:t>
            </a:r>
          </a:p>
          <a:p>
            <a:pPr lvl="1"/>
            <a:r>
              <a:rPr altLang="en-US" lang="en-US"/>
              <a:t>Tru64 UNIX</a:t>
            </a:r>
          </a:p>
          <a:p>
            <a:pPr lvl="1"/>
            <a:r>
              <a:rPr altLang="en-US" lang="en-US"/>
              <a:t>Mac OS X</a:t>
            </a:r>
          </a:p>
          <a:p>
            <a:pPr lvl="1"/>
            <a:endParaRPr altLang="en-US" lang="en-US"/>
          </a:p>
        </p:txBody>
      </p: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6" name="Rectangle 2"/>
          <p:cNvSpPr/>
          <p:nvPr>
            <p:ph type="title" sz="full" idx="0"/>
          </p:nvPr>
        </p:nvSpPr>
        <p:spPr>
          <a:xfrm rot="0">
            <a:off x="457200" y="188912"/>
            <a:ext cx="8229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Multithreading Models</a:t>
            </a:r>
          </a:p>
        </p:txBody>
      </p:sp>
      <p:sp>
        <p:nvSpPr>
          <p:cNvPr id="1048647" name="Rectangle 3"/>
          <p:cNvSpPr/>
          <p:nvPr>
            <p:ph type="body" sz="full" idx="1"/>
          </p:nvPr>
        </p:nvSpPr>
        <p:spPr>
          <a:xfrm rot="0">
            <a:off x="806450" y="1233487"/>
            <a:ext cx="8229600" cy="45307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r>
              <a:rPr altLang="en-US" lang="en-US"/>
              <a:t>Many-to-One</a:t>
            </a:r>
            <a:br>
              <a:rPr altLang="en-US" lang="en-US"/>
            </a:br>
            <a:endParaRPr altLang="en-US" lang="en-US"/>
          </a:p>
          <a:p>
            <a:r>
              <a:rPr altLang="en-US" lang="en-US"/>
              <a:t>One-to-One</a:t>
            </a:r>
            <a:br>
              <a:rPr altLang="en-US" lang="en-US"/>
            </a:br>
            <a:endParaRPr altLang="en-US" lang="en-US"/>
          </a:p>
          <a:p>
            <a:r>
              <a:rPr altLang="en-US" lang="en-US"/>
              <a:t>Many-to-Many</a:t>
            </a:r>
          </a:p>
          <a:p>
            <a:endParaRPr altLang="en-US" lang="en-US"/>
          </a:p>
        </p:txBody>
      </p:sp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1" name="Rectangle 2"/>
          <p:cNvSpPr/>
          <p:nvPr>
            <p:ph type="title" sz="full" idx="0"/>
          </p:nvPr>
        </p:nvSpPr>
        <p:spPr>
          <a:xfrm rot="0">
            <a:off x="457200" y="176212"/>
            <a:ext cx="8229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Many-to-One</a:t>
            </a:r>
          </a:p>
        </p:txBody>
      </p:sp>
      <p:sp>
        <p:nvSpPr>
          <p:cNvPr id="1048652" name="Rectangle 3"/>
          <p:cNvSpPr/>
          <p:nvPr>
            <p:ph type="body" sz="full" idx="1"/>
          </p:nvPr>
        </p:nvSpPr>
        <p:spPr>
          <a:xfrm rot="0">
            <a:off x="806450" y="1233487"/>
            <a:ext cx="4654550" cy="45307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lang="en-US"/>
              <a:t>Many user-level threads mapped to single kernel thread</a:t>
            </a:r>
          </a:p>
          <a:p>
            <a:pPr lvl="0"/>
            <a:r>
              <a:rPr altLang="en-US" lang="en-US"/>
              <a:t>One thread blocking causes all to block</a:t>
            </a:r>
          </a:p>
          <a:p>
            <a:pPr lvl="0"/>
            <a:r>
              <a:rPr altLang="en-US" lang="en-US"/>
              <a:t>Multiple threads may not run in parallel on muticore system because only one may be in kernel at a time</a:t>
            </a:r>
          </a:p>
          <a:p>
            <a:pPr lvl="0"/>
            <a:r>
              <a:rPr altLang="en-US" lang="en-US"/>
              <a:t>Few systems currently use this model</a:t>
            </a:r>
          </a:p>
          <a:p>
            <a:pPr lvl="0"/>
            <a:r>
              <a:rPr altLang="en-US" lang="en-US"/>
              <a:t>Examples:</a:t>
            </a:r>
          </a:p>
          <a:p>
            <a:pPr lvl="1"/>
            <a:r>
              <a:rPr altLang="en-US" b="1" lang="en-US">
                <a:solidFill>
                  <a:srgbClr val="3366FF"/>
                </a:solidFill>
              </a:rPr>
              <a:t>Solaris Green Threads</a:t>
            </a:r>
          </a:p>
          <a:p>
            <a:pPr lvl="1"/>
            <a:r>
              <a:rPr altLang="en-US" b="1" lang="en-US">
                <a:solidFill>
                  <a:srgbClr val="3366FF"/>
                </a:solidFill>
              </a:rPr>
              <a:t>GNU Portable Threads</a:t>
            </a:r>
          </a:p>
        </p:txBody>
      </p:sp>
      <p:pic>
        <p:nvPicPr>
          <p:cNvPr id="2097160" name="Picture 1" descr="4_05.pdf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778500" y="2339975"/>
            <a:ext cx="2743200" cy="305593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6" name="Rectangle 2"/>
          <p:cNvSpPr/>
          <p:nvPr>
            <p:ph type="title" sz="full" idx="0"/>
          </p:nvPr>
        </p:nvSpPr>
        <p:spPr>
          <a:xfrm rot="0">
            <a:off x="457200" y="277812"/>
            <a:ext cx="8229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One-to-One</a:t>
            </a:r>
          </a:p>
        </p:txBody>
      </p:sp>
      <p:sp>
        <p:nvSpPr>
          <p:cNvPr id="1048657" name="Rectangle 3"/>
          <p:cNvSpPr/>
          <p:nvPr>
            <p:ph type="body" sz="full" idx="1"/>
          </p:nvPr>
        </p:nvSpPr>
        <p:spPr>
          <a:xfrm rot="0">
            <a:off x="806450" y="1233487"/>
            <a:ext cx="5772150" cy="45307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lang="en-US"/>
              <a:t>Each user-level thread maps to kernel thread</a:t>
            </a:r>
          </a:p>
          <a:p>
            <a:pPr lvl="0"/>
            <a:r>
              <a:rPr altLang="en-US" lang="en-US"/>
              <a:t>Creating a user-level thread creates a kernel thread</a:t>
            </a:r>
          </a:p>
          <a:p>
            <a:pPr lvl="0"/>
            <a:r>
              <a:rPr altLang="en-US" lang="en-US"/>
              <a:t>More concurrency than many-to-one</a:t>
            </a:r>
          </a:p>
          <a:p>
            <a:pPr lvl="0"/>
            <a:r>
              <a:rPr altLang="en-US" lang="en-US"/>
              <a:t>Number of threads per process sometimes restricted due to overhead</a:t>
            </a:r>
          </a:p>
          <a:p>
            <a:pPr lvl="0"/>
            <a:r>
              <a:rPr altLang="en-US" lang="en-US"/>
              <a:t>Examples</a:t>
            </a:r>
          </a:p>
          <a:p>
            <a:pPr lvl="1"/>
            <a:r>
              <a:rPr altLang="en-US" lang="en-US"/>
              <a:t>Windows</a:t>
            </a:r>
          </a:p>
          <a:p>
            <a:pPr lvl="1"/>
            <a:r>
              <a:rPr altLang="en-US" lang="en-US"/>
              <a:t>Linux</a:t>
            </a:r>
          </a:p>
          <a:p>
            <a:pPr lvl="1"/>
            <a:r>
              <a:rPr altLang="en-US" lang="en-US"/>
              <a:t>Solaris 9 and later</a:t>
            </a:r>
          </a:p>
        </p:txBody>
      </p:sp>
      <p:pic>
        <p:nvPicPr>
          <p:cNvPr id="2097161" name="Picture 1" descr="4_06.pdf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229100" y="3048000"/>
            <a:ext cx="4475162" cy="191135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1" name="Rectangle 2"/>
          <p:cNvSpPr/>
          <p:nvPr>
            <p:ph type="title" sz="full" idx="0"/>
          </p:nvPr>
        </p:nvSpPr>
        <p:spPr>
          <a:xfrm rot="0">
            <a:off x="457200" y="277812"/>
            <a:ext cx="8229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Many-to-Many Model</a:t>
            </a:r>
          </a:p>
        </p:txBody>
      </p:sp>
      <p:sp>
        <p:nvSpPr>
          <p:cNvPr id="1048662" name="Rectangle 3"/>
          <p:cNvSpPr/>
          <p:nvPr>
            <p:ph type="body" sz="full" idx="1"/>
          </p:nvPr>
        </p:nvSpPr>
        <p:spPr>
          <a:xfrm rot="0">
            <a:off x="827087" y="1155700"/>
            <a:ext cx="4448175" cy="4445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lang="en-US"/>
              <a:t>Allows many user level threads to be mapped to many kernel threads</a:t>
            </a:r>
          </a:p>
          <a:p>
            <a:pPr lvl="0"/>
            <a:r>
              <a:rPr altLang="en-US" lang="en-US"/>
              <a:t>Allows the  operating system to create a sufficient number of kernel threads</a:t>
            </a:r>
          </a:p>
          <a:p>
            <a:pPr lvl="0"/>
            <a:r>
              <a:rPr altLang="en-US" lang="en-US"/>
              <a:t>Solaris prior to version 9</a:t>
            </a:r>
          </a:p>
          <a:p>
            <a:pPr lvl="0"/>
            <a:r>
              <a:rPr altLang="en-US" lang="en-US"/>
              <a:t>Windows  with the </a:t>
            </a:r>
            <a:r>
              <a:rPr altLang="en-US" i="1" lang="en-US"/>
              <a:t>ThreadFiber</a:t>
            </a:r>
            <a:r>
              <a:rPr altLang="en-US" lang="en-US"/>
              <a:t> package</a:t>
            </a:r>
          </a:p>
        </p:txBody>
      </p:sp>
      <p:pic>
        <p:nvPicPr>
          <p:cNvPr id="2097162" name="Picture 1" descr="4_07.pdf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240337" y="2451100"/>
            <a:ext cx="3159125" cy="303371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1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1" name="Title 1"/>
          <p:cNvSpPr/>
          <p:nvPr>
            <p:ph type="title" sz="full" idx="0"/>
          </p:nvPr>
        </p:nvSpPr>
        <p:spPr>
          <a:xfrm rot="0">
            <a:off x="457200" y="188912"/>
            <a:ext cx="8229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Thread Libraries</a:t>
            </a:r>
          </a:p>
        </p:txBody>
      </p:sp>
      <p:sp>
        <p:nvSpPr>
          <p:cNvPr id="1048672" name="Content Placeholder 2"/>
          <p:cNvSpPr/>
          <p:nvPr>
            <p:ph sz="full" idx="1"/>
          </p:nvPr>
        </p:nvSpPr>
        <p:spPr>
          <a:xfrm rot="0">
            <a:off x="806450" y="1233487"/>
            <a:ext cx="6559550" cy="45307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b="1" lang="en-US">
                <a:solidFill>
                  <a:srgbClr val="3366FF"/>
                </a:solidFill>
              </a:rPr>
              <a:t>Thread library</a:t>
            </a:r>
            <a:r>
              <a:rPr altLang="en-US" lang="en-US">
                <a:solidFill>
                  <a:srgbClr val="3366FF"/>
                </a:solidFill>
              </a:rPr>
              <a:t> </a:t>
            </a:r>
            <a:r>
              <a:rPr altLang="en-US" lang="en-US"/>
              <a:t>provides programmer with API for creating and managing threads</a:t>
            </a:r>
          </a:p>
          <a:p>
            <a:pPr lvl="0"/>
            <a:r>
              <a:rPr altLang="en-US" lang="en-US"/>
              <a:t>Two primary ways of implementing</a:t>
            </a:r>
          </a:p>
          <a:p>
            <a:pPr lvl="1"/>
            <a:r>
              <a:rPr altLang="en-US" lang="en-US"/>
              <a:t>Library entirely in user space</a:t>
            </a:r>
          </a:p>
          <a:p>
            <a:pPr lvl="1"/>
            <a:r>
              <a:rPr altLang="en-US" lang="en-US"/>
              <a:t>Kernel-level library supported by the OS</a:t>
            </a:r>
          </a:p>
        </p:txBody>
      </p:sp>
    </p:spTree>
  </p:cSld>
  <p:clrMapOvr>
    <a:masterClrMapping/>
  </p:clrMapOvr>
  <p:timing/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666600"/>
      </a:dk2>
      <a:lt2>
        <a:srgbClr val="9999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7B75B"/>
      </a:accent6>
      <a:hlink>
        <a:srgbClr val="FFCC00"/>
      </a:hlink>
      <a:folHlink>
        <a:srgbClr val="CC99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FFFFFF"/>
        </a:dk1>
        <a:lt1>
          <a:srgbClr val="000000"/>
        </a:lt1>
        <a:dk2>
          <a:srgbClr val="006699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CDCDC"/>
        </a:accent4>
        <a:accent5>
          <a:srgbClr val="AAE2CA"/>
        </a:accent5>
        <a:accent6>
          <a:srgbClr val="008989"/>
        </a:accent6>
        <a:hlink>
          <a:srgbClr val="0066FF"/>
        </a:hlink>
        <a:folHlink>
          <a:srgbClr val="989CBA"/>
        </a:folHlink>
      </a:clrScheme>
    </a:extraClrScheme>
    <a:extraClrScheme>
      <a:clrScheme name="Default Color Scheme 2">
        <a:dk1>
          <a:srgbClr val="FFFFFF"/>
        </a:dk1>
        <a:lt1>
          <a:srgbClr val="5C271E"/>
        </a:lt1>
        <a:dk2>
          <a:srgbClr val="808000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6ABAA"/>
        </a:accent3>
        <a:accent4>
          <a:srgbClr val="DCDCDC"/>
        </a:accent4>
        <a:accent5>
          <a:srgbClr val="E2B9AA"/>
        </a:accent5>
        <a:accent6>
          <a:srgbClr val="B78900"/>
        </a:accent6>
        <a:hlink>
          <a:srgbClr val="669900"/>
        </a:hlink>
        <a:folHlink>
          <a:srgbClr val="A3A274"/>
        </a:folHlink>
      </a:clrScheme>
    </a:extraClrScheme>
    <a:extraClrScheme>
      <a:clrScheme name="Default Color Scheme 3">
        <a:dk1>
          <a:srgbClr val="FFFFFF"/>
        </a:dk1>
        <a:lt1>
          <a:srgbClr val="330000"/>
        </a:lt1>
        <a:dk2>
          <a:srgbClr val="763B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CDCDC"/>
        </a:accent4>
        <a:accent5>
          <a:srgbClr val="FFE2AA"/>
        </a:accent5>
        <a:accent6>
          <a:srgbClr val="B72D00"/>
        </a:accent6>
        <a:hlink>
          <a:srgbClr val="666699"/>
        </a:hlink>
        <a:folHlink>
          <a:srgbClr val="999966"/>
        </a:folHlink>
      </a:clrScheme>
    </a:extraClrScheme>
    <a:extraClrScheme>
      <a:clrScheme name="Default Color Scheme 4">
        <a:dk1>
          <a:srgbClr val="FFFFFF"/>
        </a:dk1>
        <a:lt1>
          <a:srgbClr val="51255D"/>
        </a:lt1>
        <a:dk2>
          <a:srgbClr val="6D3696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BB6"/>
        </a:accent3>
        <a:accent4>
          <a:srgbClr val="DCDCDC"/>
        </a:accent4>
        <a:accent5>
          <a:srgbClr val="B9B9CA"/>
        </a:accent5>
        <a:accent6>
          <a:srgbClr val="720072"/>
        </a:accent6>
        <a:hlink>
          <a:srgbClr val="CCCC00"/>
        </a:hlink>
        <a:folHlink>
          <a:srgbClr val="A3A274"/>
        </a:folHlink>
      </a:clrScheme>
    </a:extraClrScheme>
    <a:extraClrScheme>
      <a:clrScheme name="Default Color Scheme 5">
        <a:dk1>
          <a:srgbClr val="FFFFFF"/>
        </a:dk1>
        <a:lt1>
          <a:srgbClr val="4A553B"/>
        </a:lt1>
        <a:dk2>
          <a:srgbClr val="CC6600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2B4AF"/>
        </a:accent3>
        <a:accent4>
          <a:srgbClr val="DCDCDC"/>
        </a:accent4>
        <a:accent5>
          <a:srgbClr val="FFE2AA"/>
        </a:accent5>
        <a:accent6>
          <a:srgbClr val="B78900"/>
        </a:accent6>
        <a:hlink>
          <a:srgbClr val="669900"/>
        </a:hlink>
        <a:folHlink>
          <a:srgbClr val="A3A274"/>
        </a:folHlink>
      </a:clrScheme>
    </a:extraClrScheme>
    <a:extraClrScheme>
      <a:clrScheme name="Default Color Scheme 6">
        <a:dk1>
          <a:srgbClr val="000000"/>
        </a:dk1>
        <a:lt1>
          <a:srgbClr val="FFFFFF"/>
        </a:lt1>
        <a:dk2>
          <a:srgbClr val="FFCC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50000"/>
        </a:accent6>
        <a:hlink>
          <a:srgbClr val="666699"/>
        </a:hlink>
        <a:folHlink>
          <a:srgbClr val="999966"/>
        </a:folHlink>
      </a:clrScheme>
    </a:extraClrScheme>
    <a:extraClrScheme>
      <a:clrScheme name="Default Color Scheme 7">
        <a:dk1>
          <a:srgbClr val="000000"/>
        </a:dk1>
        <a:lt1>
          <a:srgbClr val="FFFFFF"/>
        </a:lt1>
        <a:dk2>
          <a:srgbClr val="6633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75B00"/>
        </a:accent6>
        <a:hlink>
          <a:srgbClr val="CC9900"/>
        </a:hlink>
        <a:folHlink>
          <a:srgbClr val="996633"/>
        </a:folHlink>
      </a:clrScheme>
    </a:extraClrScheme>
    <a:extraClrScheme>
      <a:clrScheme name="Default Color Scheme 8">
        <a:dk1>
          <a:srgbClr val="000000"/>
        </a:dk1>
        <a:lt1>
          <a:srgbClr val="FFFFFF"/>
        </a:lt1>
        <a:dk2>
          <a:srgbClr val="666600"/>
        </a:dk2>
        <a:lt2>
          <a:srgbClr val="9999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7B75B"/>
        </a:accent6>
        <a:hlink>
          <a:srgbClr val="FFCC00"/>
        </a:hlink>
        <a:folHlink>
          <a:srgbClr val="CC9900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4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2.01</dc:title>
  <dc:creator>Lucent End User</dc:creator>
  <cp:lastModifiedBy>Silberschatz, Avi</cp:lastModifiedBy>
  <dcterms:created xsi:type="dcterms:W3CDTF">2011-01-13T18:43:38Z</dcterms:created>
  <dcterms:modified xsi:type="dcterms:W3CDTF">2026-02-24T08:14:50Z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a7db9e19c7544f49878033cebaa02c92</vt:lpwstr>
  </property>
</Properties>
</file>